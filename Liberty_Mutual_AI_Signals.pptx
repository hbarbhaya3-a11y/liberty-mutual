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 ·  SIGNAL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 Improvement: turning at-risk policies into retained premium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early-warning renewal signal flags churn 60–90 days ahead, so retention effort lands where it changes the outcome.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SIGNAL WORKS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8529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policy for churn risk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blends price sensitivity, service history, competitor pricing and life-event triggers into a single renewal-risk score refreshed daily.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813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37856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movable middle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97280" y="405993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concentrates on high-value, high-uncertainty policies where a targeted offer or call actually shifts the renew decision.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74573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right retention action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4992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routes each policy to the best lever — price, coverage bundling, or proactive outreach — and measures lift against a holdout.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086600" y="2423160"/>
            <a:ext cx="0" cy="356616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24231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AT SCALE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2880360"/>
            <a:ext cx="2011680" cy="1234440"/>
          </a:xfrm>
          <a:prstGeom prst="roundRect">
            <a:avLst>
              <a:gd name="adj" fmla="val 4444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300837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pPr algn="ctr" indent="0" marL="0">
              <a:buNone/>
            </a:pPr>
            <a:r>
              <a:rPr lang="en-US" sz="15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0648" y="3593592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Retention-rate lift on targeted segments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01200" y="2880360"/>
            <a:ext cx="2011680" cy="1234440"/>
          </a:xfrm>
          <a:prstGeom prst="roundRect">
            <a:avLst>
              <a:gd name="adj" fmla="val 4444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46920" y="300837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8:1</a:t>
            </a:r>
            <a:pPr algn="ctr" indent="0" marL="0">
              <a:buNone/>
            </a:pP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710928" y="3593592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retention spend vs. untargeted outreach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60920" y="4343400"/>
            <a:ext cx="4251960" cy="1234440"/>
          </a:xfrm>
          <a:prstGeom prst="roundRect">
            <a:avLst>
              <a:gd name="adj" fmla="val 4444"/>
            </a:avLst>
          </a:prstGeom>
          <a:solidFill>
            <a:srgbClr val="12315B"/>
          </a:solidFill>
          <a:ln/>
        </p:spPr>
      </p:sp>
      <p:sp>
        <p:nvSpPr>
          <p:cNvPr id="27" name="Text 25"/>
          <p:cNvSpPr/>
          <p:nvPr/>
        </p:nvSpPr>
        <p:spPr>
          <a:xfrm>
            <a:off x="7616952" y="45079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NOW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6952" y="48006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Retaining one renewal point protects millions in in-force premium at a fraction of new-acquisition cost.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78408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 ·  SIGNAL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of the Future: augmenting the underwriter, not replacing judgment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submissions, enriches risk, and pre-fills the decision — underwriters spend their time on the risks that need a human.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SIGNAL WORKS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8529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and structure the submission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loss runs and third-party data are parsed automatically, removing hours of manual intake and re-keying per account.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813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37856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and price the risk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97280" y="405993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signals — property, firmographic, catastrophe and exposure data — feed a model that recommends appetite fit and price.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74573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 decision-ready package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4992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receives a triaged file with rationale and flags, focusing expert judgment on the complex, high-stakes accounts.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086600" y="2423160"/>
            <a:ext cx="0" cy="356616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24231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AT SCALE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2880360"/>
            <a:ext cx="2011680" cy="1234440"/>
          </a:xfrm>
          <a:prstGeom prst="roundRect">
            <a:avLst>
              <a:gd name="adj" fmla="val 4444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300837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algn="ctr" indent="0" marL="0">
              <a:buNone/>
            </a:pPr>
            <a:r>
              <a:rPr lang="en-US" sz="15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0648" y="3593592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quote turnaround on in-appetite risks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01200" y="2880360"/>
            <a:ext cx="2011680" cy="1234440"/>
          </a:xfrm>
          <a:prstGeom prst="roundRect">
            <a:avLst>
              <a:gd name="adj" fmla="val 4444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46920" y="300837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pPr algn="ctr" indent="0" marL="0">
              <a:buNone/>
            </a:pPr>
            <a:r>
              <a:rPr lang="en-US" sz="15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710928" y="3593592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Loss-ratio improvement from sharper risk selection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60920" y="4343400"/>
            <a:ext cx="4251960" cy="1234440"/>
          </a:xfrm>
          <a:prstGeom prst="roundRect">
            <a:avLst>
              <a:gd name="adj" fmla="val 4444"/>
            </a:avLst>
          </a:prstGeom>
          <a:solidFill>
            <a:srgbClr val="12315B"/>
          </a:solidFill>
          <a:ln/>
        </p:spPr>
      </p:sp>
      <p:sp>
        <p:nvSpPr>
          <p:cNvPr id="27" name="Text 25"/>
          <p:cNvSpPr/>
          <p:nvPr/>
        </p:nvSpPr>
        <p:spPr>
          <a:xfrm>
            <a:off x="7616952" y="45079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NOW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6952" y="48006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more consistent decisions win better business first — and compound into a durable underwriting edge.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78408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Liberty Mutual</dc:creator>
  <cp:lastModifiedBy>Liberty Mutual</cp:lastModifiedBy>
  <cp:revision>1</cp:revision>
  <dcterms:created xsi:type="dcterms:W3CDTF">2026-08-12T13:00:55Z</dcterms:created>
  <dcterms:modified xsi:type="dcterms:W3CDTF">2026-08-12T13:00:55Z</dcterms:modified>
</cp:coreProperties>
</file>